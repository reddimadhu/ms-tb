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→ PYSPARK MIGRATION HARNESS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Evidence-Driven Verification Architecture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8961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the Cordis runtime, event-sourced sessions, and skill-driven agent mechanics of a general coding harness into a domain-specific factory: translate, execute, reconcile at 10GB+ scale, diagnose, repair — until certified parity.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BLUEPRINT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Loop, Not One Prompt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118872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556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modular SAS pipeline + all dependent artifacts + reference input/output → build a dependency graph → generate idiomatic Databricks PySpark → execute → reconcile against the SAS reference at 10GB+ scale → diagnose → repair → repeat until parity or escalation.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383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4069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coding agent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one component in a verification loop — it never decides PASS, and never touches the reference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61688" y="306324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3383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1728" y="4069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single file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448056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 workspace: pipelines, macros, formats, and configs linked by a real dependency graph.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74736" y="3063240"/>
            <a:ext cx="3520440" cy="3063240"/>
          </a:xfrm>
          <a:prstGeom prst="roundRect">
            <a:avLst>
              <a:gd name="adj" fmla="val 179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94776" y="3383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94776" y="40690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 transcript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94776" y="4480560"/>
            <a:ext cx="28803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in an append-only event log; the model sees a compact, evidence-backed projection.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Verification Pipeline Replaces the Chat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55648" cy="356616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216712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7432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383280"/>
            <a:ext cx="14264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of SAS pipeline + macros + formats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08860" y="3566160"/>
            <a:ext cx="242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27732" y="1965960"/>
            <a:ext cx="1755648" cy="356616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92324" y="216712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592324" y="27432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IR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2592324" y="3383280"/>
            <a:ext cx="14264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meaning: DATA steps, BY-groups, RETAIN, MERGE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187952" y="3566160"/>
            <a:ext cx="242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06824" y="1965960"/>
            <a:ext cx="1755648" cy="356616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471416" y="216712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471416" y="27432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3383280"/>
            <a:ext cx="14264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skills produce an immutable PySpark candidate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067044" y="3566160"/>
            <a:ext cx="242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85916" y="1965960"/>
            <a:ext cx="1755648" cy="356616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0508" y="216712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50508" y="27432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50508" y="3383280"/>
            <a:ext cx="14264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runs the candidate at scale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946136" y="3566160"/>
            <a:ext cx="242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65008" y="1965960"/>
            <a:ext cx="1755648" cy="3566160"/>
          </a:xfrm>
          <a:prstGeom prst="roundRect">
            <a:avLst>
              <a:gd name="adj" fmla="val 312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229600" y="216712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27432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383280"/>
            <a:ext cx="14264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comparison vs. SAS reference output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9825228" y="3566160"/>
            <a:ext cx="24231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44100" y="1965960"/>
            <a:ext cx="1755648" cy="356616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108692" y="2167128"/>
            <a:ext cx="1426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10108692" y="2743200"/>
            <a:ext cx="142646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→ Certify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0108692" y="3383280"/>
            <a:ext cx="142646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failures, branch a fix, or issue a certificate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reconciler — not the model — decides pass or fail. The LLM never modifies reference data, tolerance policy, or evidence.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Cordis Kernel: One Runtime, Many Plugins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capability — sessions, tools, prompts, skills, reconciliation — is a plugin mounted into a shared context and reached through stable ctx.* service keys. Databricks, the LLM, or the reconciler can all change without rewriting the loop.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ctx.sessions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67712" y="260604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267712" y="260604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ctx.events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86784" y="2606040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986784" y="260604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ctx.artifacts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64408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ctx.tools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267712" y="3264408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67712" y="3264408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ctx.llm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86784" y="3264408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86784" y="3264408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ctx.skills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22776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922776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ctx.migrations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67712" y="3922776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267712" y="3922776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ctx.ir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986784" y="3922776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86784" y="3922776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ctx.executions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8114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458114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ctx.reconciliation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67712" y="458114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267712" y="458114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ctx.repairs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986784" y="4581144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986784" y="4581144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ctx.policies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239512"/>
            <a:ext cx="1627632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239512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ctx.certificates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09360" y="1371600"/>
            <a:ext cx="5330952" cy="4892040"/>
          </a:xfrm>
          <a:prstGeom prst="roundRect">
            <a:avLst>
              <a:gd name="adj" fmla="val 11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629400" y="1600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Plugins Built On Top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629400" y="223113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03720" y="2148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&amp; Dependency Graph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629400" y="273405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03720" y="2651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Parser &amp; Semantic IR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629400" y="323697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03720" y="3154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&amp; Skills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29400" y="373989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0372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Executor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629400" y="424281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03720" y="4160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Reconciliation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629400" y="474573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0372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Analyzer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29400" y="524865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903720" y="5166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&amp; Candidate Branching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629400" y="575157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903720" y="5669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&amp; Projection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PROVENANCE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Take From DeepSeek Harness — And Why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4572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463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MECHANIC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HERE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091672" cy="6263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20240"/>
            <a:ext cx="28346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Cordis runtime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920240"/>
            <a:ext cx="338328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composition, DI, typed events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1920240"/>
            <a:ext cx="457200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stays domain-agnostic; migration logic is all plugins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46604"/>
            <a:ext cx="11091672" cy="62636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546604"/>
            <a:ext cx="28346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 sessions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546604"/>
            <a:ext cx="338328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authoritative history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2546604"/>
            <a:ext cx="457200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replay, audit, and repair lineage across hour-long jobs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6263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172968"/>
            <a:ext cx="28346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ToolRuntime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172968"/>
            <a:ext cx="338328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policy → authorization → execute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3172968"/>
            <a:ext cx="457200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gets domain tools, never raw Databricks/Unity Catalog 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99332"/>
            <a:ext cx="11091672" cy="62636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799332"/>
            <a:ext cx="28346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799332"/>
            <a:ext cx="338328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capability contexts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799332"/>
            <a:ext cx="457200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repair candidate owns its own artifacts — a Git-like tree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425696"/>
            <a:ext cx="11091672" cy="6263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425696"/>
            <a:ext cx="28346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Cache-stable prompts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425696"/>
            <a:ext cx="338328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prefix / dynamic suffix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4425696"/>
            <a:ext cx="457200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loops reuse the KV-cache instead of re-sending everything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052060"/>
            <a:ext cx="11091672" cy="62636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052060"/>
            <a:ext cx="28346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skills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5052060"/>
            <a:ext cx="338328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catalog → load on demand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5052060"/>
            <a:ext cx="457200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SAS/PySpark translation recipes load only when relevant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678424"/>
            <a:ext cx="11091672" cy="6263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678424"/>
            <a:ext cx="283464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611880" y="5678424"/>
            <a:ext cx="338328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context, keep evidence durable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040880" y="5678424"/>
            <a:ext cx="4572000" cy="626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repair sessions stay small in-context, full in the event store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Event-Sourced Sessions: The Single Source of Truth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append-only event log is authoritative — not a mutable message array. Model history is derived from it, never the other way around. This is the single most valuable pattern for a process that can outlive the request that started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after crash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2971800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29718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53872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387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lineage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3538728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353872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accounting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105656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0565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timeline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91840" y="4105656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410565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evidence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5330952" cy="4892040"/>
          </a:xfrm>
          <a:prstGeom prst="roundRect">
            <a:avLst>
              <a:gd name="adj" fmla="val 11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583680" y="1572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Session Log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057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workspace_uploaded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24003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4003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dependencies_discovered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743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sas_ir_created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30861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30861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translation_created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34290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static_validation_passed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37719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7719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spark_job_submitted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0" y="4114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spark_job_completed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583680" y="44577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4577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reconciliation_started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0" y="4800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4800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reconciliation_failed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51435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51435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diagnosis_created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5486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5486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repair_candidate_created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0" y="58293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949440" y="58293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2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candidate_executed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Guarded ToolRuntime: No Direct API Access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proposes an action by name; it never calls Databricks, Unity Catalog, storage, or Postgres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517904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proposes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run_databricks_job(candidate)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071116" y="290322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67128" y="2331720"/>
            <a:ext cx="1517904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58568" y="233172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89604" y="290322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85616" y="2331720"/>
            <a:ext cx="1517904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877056" y="233172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308092" y="290322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04104" y="2331720"/>
            <a:ext cx="1517904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495544" y="233172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926580" y="290322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22592" y="2331720"/>
            <a:ext cx="1517904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114032" y="233172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45068" y="290322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41080" y="2331720"/>
            <a:ext cx="1517904" cy="1417320"/>
          </a:xfrm>
          <a:prstGeom prst="roundRect">
            <a:avLst>
              <a:gd name="adj" fmla="val 387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732520" y="233172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163556" y="2903220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259568" y="2331720"/>
            <a:ext cx="1517904" cy="1417320"/>
          </a:xfrm>
          <a:prstGeom prst="roundRect">
            <a:avLst>
              <a:gd name="adj" fmla="val 3871"/>
            </a:avLst>
          </a:prstGeom>
          <a:solidFill>
            <a:srgbClr val="E8A33D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351008" y="2331720"/>
            <a:ext cx="133502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+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result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11091672" cy="1828800"/>
          </a:xfrm>
          <a:prstGeom prst="roundRect">
            <a:avLst>
              <a:gd name="adj" fmla="val 3000"/>
            </a:avLst>
          </a:prstGeom>
          <a:solidFill>
            <a:srgbClr val="141B4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 — never exposed as tools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8920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execute_arbitrary_python  ·  execute_arbitrary_shell  ·  execute_arbitrary_sql  ·  call_any_databricks_api  ·  write_any_uc_table  ·  delete_reference_artifact  ·  modify_reconciliation_policy  ·  modify_event_log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Scopes: A Git-Like Tree of Repair Candidates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repair candidate owns its own PySpark artifact, execution, reconciliation, diagnosis and history — isolated in its own scope. No candidate can overwrite another. When a scope's work is done, its registrations are disposed, so no stale capability leaks into the next migration.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32841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246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MigrationScope contains all candidate scopes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83133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7490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CandidateScope owns artifact + execution + evidence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334256"/>
            <a:ext cx="100584" cy="100584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251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Disposal removes tool registrations cleanly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92240" y="1463040"/>
            <a:ext cx="5120640" cy="4846320"/>
          </a:xfrm>
          <a:prstGeom prst="roundRect">
            <a:avLst>
              <a:gd name="adj" fmla="val 113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766560" y="16642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233172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C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3317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 — rejected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0" y="356616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DC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18120" y="3566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B — aggregate fixed, key mismatch remains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89520" y="480060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 w="12700">
            <a:solidFill>
              <a:srgbClr val="D8DC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18120" y="480060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C — certified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Cache-Stable Prompt Assembly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repair iteration reuses the same stable prefix instead of re-sending a growing transcript — keeping the KV-cache warm across attempts.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13432"/>
            <a:ext cx="2468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PREFIX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233172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Harness identity &amp; migration contract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266090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SAS semantic rules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99008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PySpark coding contract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3192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Reconciliation rules &amp; tool schemas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85032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3A459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849624"/>
            <a:ext cx="2468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86791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Selected migration skills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4197096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Pipeline architecture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4526280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Semantic conventions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21224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5385816"/>
            <a:ext cx="24688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SUFFIX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5404104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 SAS module / IR / candidate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5733288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 mismatch + evidence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6062472"/>
            <a:ext cx="7680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Repair history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UNDERSTANDING LAYER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SAS Workspace to Semantic 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1132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Workspace Discovery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is a modular pipeline, not one file — inventory every artifact, hash it, and resolve dependencies statically.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3090672"/>
            <a:ext cx="91440" cy="91440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%include &amp; macro calls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547872"/>
            <a:ext cx="91440" cy="91440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8992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Autocall libraries &amp; format catalogs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005072"/>
            <a:ext cx="91440" cy="91440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78992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datasets, librefs, filerefs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462272"/>
            <a:ext cx="91440" cy="91440"/>
          </a:xfrm>
          <a:prstGeom prst="oval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78992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external-database references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9377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dependency graph with nodes, edges, unresolved dependencies, and risk flags — this graph becomes the actual migration unit.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1463040"/>
            <a:ext cx="5394960" cy="4846320"/>
          </a:xfrm>
          <a:prstGeom prst="roundRect">
            <a:avLst>
              <a:gd name="adj" fmla="val 113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672" y="16642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Semantic IR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2057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“rewrite this in PySpark” — parse to a structured intermediate representation first.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19672" y="2880360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141B4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2880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step · PROC SQL · MERGE · BY-group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19672" y="3337560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141B4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3337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FIRST./LAST. · RETAIN · LAG/DIF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19672" y="3794760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141B4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37947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· loops · macro semantics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19672" y="4251960"/>
            <a:ext cx="4846320" cy="365760"/>
          </a:xfrm>
          <a:prstGeom prst="roundRect">
            <a:avLst>
              <a:gd name="adj" fmla="val 15000"/>
            </a:avLst>
          </a:prstGeom>
          <a:solidFill>
            <a:srgbClr val="141B4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4251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· dates · missing values · sort/dedup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489204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nodes carry provenance back to exact SAS source spans — the bridge that makes translation and repair explainable.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Distributed Reconciliation: Hierarchical, Not Row-by-Row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10GB+ comparisons never touch the model context — Spark computes summaries; the LLM reasons over locators.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517904" cy="3200400"/>
          </a:xfrm>
          <a:prstGeom prst="roundRect">
            <a:avLst>
              <a:gd name="adj" fmla="val 36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58368" y="22860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7614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validity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401568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integrity &amp; readability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171700" y="2103120"/>
            <a:ext cx="1517904" cy="3200400"/>
          </a:xfrm>
          <a:prstGeom prst="roundRect">
            <a:avLst>
              <a:gd name="adj" fmla="val 36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281428" y="22860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81428" y="27614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281428" y="3401568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types, nullability, precision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3794760" y="2103120"/>
            <a:ext cx="1517904" cy="3200400"/>
          </a:xfrm>
          <a:prstGeom prst="roundRect">
            <a:avLst>
              <a:gd name="adj" fmla="val 361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904488" y="22860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904488" y="27614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metrics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04488" y="3401568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counts, sums, distinct counts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417820" y="2103120"/>
            <a:ext cx="1517904" cy="3200400"/>
          </a:xfrm>
          <a:prstGeom prst="roundRect">
            <a:avLst>
              <a:gd name="adj" fmla="val 3614"/>
            </a:avLst>
          </a:prstGeom>
          <a:solidFill>
            <a:srgbClr val="DCE4F7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527548" y="22860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527548" y="27614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fingerprints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527548" y="3401568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hash summaries locate mismatched partitions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7040880" y="2103120"/>
            <a:ext cx="1517904" cy="3200400"/>
          </a:xfrm>
          <a:prstGeom prst="roundRect">
            <a:avLst>
              <a:gd name="adj" fmla="val 3614"/>
            </a:avLst>
          </a:prstGeom>
          <a:solidFill>
            <a:srgbClr val="DCE4F7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150608" y="22860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150608" y="27614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Key-level comparison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50608" y="3401568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 join on business key → classify differences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8663940" y="2103120"/>
            <a:ext cx="1517904" cy="3200400"/>
          </a:xfrm>
          <a:prstGeom prst="roundRect">
            <a:avLst>
              <a:gd name="adj" fmla="val 36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773668" y="22860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773668" y="27614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row/column diff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773668" y="3401568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keys already flagged mismatched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10287000" y="2103120"/>
            <a:ext cx="1517904" cy="3200400"/>
          </a:xfrm>
          <a:prstGeom prst="roundRect">
            <a:avLst>
              <a:gd name="adj" fmla="val 361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10396728" y="228600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396728" y="2761488"/>
            <a:ext cx="129844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samples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396728" y="3401568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evidence handed to the repair agent</a:t>
            </a:r>
            <a:endParaRPr lang="en-US" sz="97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a policy, not an assumption — ETL outputs default to unordered / keyed comparison since Spark's physical row order is never semantically meaningful.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→ Execute → Reconcile → Repair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IR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18516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33472" y="16002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24912" y="160020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Candidate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599432" y="18516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18304" y="16002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9744" y="160020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Validation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684264" y="18516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03136" y="16002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94576" y="160020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Execution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769096" y="1851660"/>
            <a:ext cx="23774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87968" y="16002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79408" y="160020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Output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269748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RECONCILER  vs.  SAS REFERENCE OUTPUT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383280" cy="1371600"/>
          </a:xfrm>
          <a:prstGeom prst="roundRect">
            <a:avLst>
              <a:gd name="adj" fmla="val 4000"/>
            </a:avLst>
          </a:prstGeom>
          <a:solidFill>
            <a:srgbClr val="1F7A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7490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749040"/>
            <a:ext cx="7434072" cy="1371600"/>
          </a:xfrm>
          <a:prstGeom prst="roundRect">
            <a:avLst>
              <a:gd name="adj" fmla="val 4000"/>
            </a:avLst>
          </a:prstGeom>
          <a:solidFill>
            <a:srgbClr val="7A2E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80560" y="38862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Difference Analyzer → Hypothesis → Relevant Skill(s)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4343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Repair Agent creates Candidate N+1, re-enters the loop at Static Validation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44068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Invariants: the LLM never decides PASS, never edits reference data or tolerance policy, and never controls Databricks directly — the reconciler alone renders the verdict.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 · Shell · Grep · Loop · Compact — Reinterpreted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15087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CLI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532120" y="1508760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· upload · analyze · translate · run · reconcile · repair · resume · certificate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50008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35000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Execution Runtime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2350008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unrestricted shell in production — only approved, semantic operations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91256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3191256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319125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Semantic Search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191256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search_symbol · find_macro_usages · find_dataset_lineage over the IR + dependency index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32504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032504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403250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Migration State Machine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4032504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states (TRANSLATED → EXECUTING → RECONCILING → REPAIRING…), not a while-loop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73752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873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487375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Evidence-Preserving Compaction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32120" y="4873752"/>
            <a:ext cx="5943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shrinks; full evidence stays immutable in the event/artifact store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 Model-Visible Surface Over a Large Registry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~40–60 operations live in the ToolRuntime; each agent scope sees only the handful it needs.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79192" cy="4206240"/>
          </a:xfrm>
          <a:prstGeom prst="roundRect">
            <a:avLst>
              <a:gd name="adj" fmla="val 204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Agent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88036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parse_sas</a:t>
            </a:r>
            <a:endParaRPr lang="en-US" sz="103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502152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build_semantic_ir</a:t>
            </a:r>
            <a:endParaRPr lang="en-US" sz="103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412394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get_relevant_skills</a:t>
            </a:r>
            <a:endParaRPr lang="en-US" sz="103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4745736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translate_sas_to_pyspark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5367528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run_static_analysis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3364992" y="2011680"/>
            <a:ext cx="2679192" cy="4206240"/>
          </a:xfrm>
          <a:prstGeom prst="roundRect">
            <a:avLst>
              <a:gd name="adj" fmla="val 204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Agent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88036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get_reconciliation_summary</a:t>
            </a:r>
            <a:endParaRPr lang="en-US" sz="103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502152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find_mismatched_partitions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412394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find_mismatched_keys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4745736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get_source_provenance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5367528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analyze_difference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181344" y="2011680"/>
            <a:ext cx="2679192" cy="4206240"/>
          </a:xfrm>
          <a:prstGeom prst="roundRect">
            <a:avLst>
              <a:gd name="adj" fmla="val 2048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82512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Agent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288036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get_candidate_tree</a:t>
            </a:r>
            <a:endParaRPr lang="en-US" sz="103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502152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create_repair_candidate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412394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submit_databricks_job</a:t>
            </a:r>
            <a:endParaRPr lang="en-US" sz="1030" dirty="0"/>
          </a:p>
        </p:txBody>
      </p:sp>
      <p:sp>
        <p:nvSpPr>
          <p:cNvPr id="24" name="Text 22"/>
          <p:cNvSpPr txBox="1"/>
          <p:nvPr/>
        </p:nvSpPr>
        <p:spPr>
          <a:xfrm>
            <a:off x="6382512" y="4745736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run_reconciliation</a:t>
            </a:r>
            <a:endParaRPr lang="en-US" sz="1030" dirty="0"/>
          </a:p>
        </p:txBody>
      </p:sp>
      <p:sp>
        <p:nvSpPr>
          <p:cNvPr id="25" name="Text 23"/>
          <p:cNvSpPr txBox="1"/>
          <p:nvPr/>
        </p:nvSpPr>
        <p:spPr>
          <a:xfrm>
            <a:off x="6382512" y="5367528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run_regression_checks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997696" y="2011680"/>
            <a:ext cx="2679192" cy="4206240"/>
          </a:xfrm>
          <a:prstGeom prst="roundRect">
            <a:avLst>
              <a:gd name="adj" fmla="val 2048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98864" y="2240280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Agent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198864" y="2880360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get_migration_state</a:t>
            </a:r>
            <a:endParaRPr lang="en-US" sz="1030" dirty="0"/>
          </a:p>
        </p:txBody>
      </p:sp>
      <p:sp>
        <p:nvSpPr>
          <p:cNvPr id="29" name="Text 27"/>
          <p:cNvSpPr txBox="1"/>
          <p:nvPr/>
        </p:nvSpPr>
        <p:spPr>
          <a:xfrm>
            <a:off x="9198864" y="3502152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get_repair_history</a:t>
            </a:r>
            <a:endParaRPr lang="en-US" sz="1030" dirty="0"/>
          </a:p>
        </p:txBody>
      </p:sp>
      <p:sp>
        <p:nvSpPr>
          <p:cNvPr id="30" name="Text 28"/>
          <p:cNvSpPr txBox="1"/>
          <p:nvPr/>
        </p:nvSpPr>
        <p:spPr>
          <a:xfrm>
            <a:off x="9198864" y="4123944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verify_certificate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9198864" y="4745736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generate_certificate</a:t>
            </a:r>
            <a:endParaRPr lang="en-US" sz="1030" dirty="0"/>
          </a:p>
        </p:txBody>
      </p:sp>
      <p:sp>
        <p:nvSpPr>
          <p:cNvPr id="32" name="Text 30"/>
          <p:cNvSpPr txBox="1"/>
          <p:nvPr/>
        </p:nvSpPr>
        <p:spPr>
          <a:xfrm>
            <a:off x="9198864" y="5367528"/>
            <a:ext cx="227685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(read-only evidence access)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Architecture, In One Sentence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141B4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10512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DeepSeek Harness's runtime mechanics — Cordis plugins, event sourcing, scoped capabilities, guarded tools, cache-stable prompts, progressive skills, compaction, typed events, repair lineage — and replace its generic coding-agent world with a SAS dependency graph, semantic IR, Databricks executor, distributed reconciliation engine, and evidence-driven repair loop.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INVARIANTS THAT NEVER BEND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977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reconciler decides pass/fail — never the LLM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397764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46520" y="3977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&amp; tolerance policy are immutable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937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10GB+ data never enters the model context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4937760"/>
            <a:ext cx="5394960" cy="777240"/>
          </a:xfrm>
          <a:prstGeom prst="roundRect">
            <a:avLst>
              <a:gd name="adj" fmla="val 7059"/>
            </a:avLst>
          </a:prstGeom>
          <a:solidFill>
            <a:srgbClr val="2A347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4937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is an isolated, immutable artifact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2026-09-25T08:13:48Z</dcterms:created>
  <dcterms:modified xsi:type="dcterms:W3CDTF">2026-09-25T08:13:48Z</dcterms:modified>
</cp:coreProperties>
</file>